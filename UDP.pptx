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8ED63-6279-4DB8-8A09-A6130F55089B}" type="datetimeFigureOut">
              <a:rPr lang="en-IN" smtClean="0"/>
              <a:t>06-08-2024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8CFF-76E0-4D15-B958-5CAF27105D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427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8ED63-6279-4DB8-8A09-A6130F55089B}" type="datetimeFigureOut">
              <a:rPr lang="en-IN" smtClean="0"/>
              <a:t>06-08-2024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8CFF-76E0-4D15-B958-5CAF27105D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009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8ED63-6279-4DB8-8A09-A6130F55089B}" type="datetimeFigureOut">
              <a:rPr lang="en-IN" smtClean="0"/>
              <a:t>06-08-2024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8CFF-76E0-4D15-B958-5CAF27105D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799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8ED63-6279-4DB8-8A09-A6130F55089B}" type="datetimeFigureOut">
              <a:rPr lang="en-IN" smtClean="0"/>
              <a:t>06-08-2024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8CFF-76E0-4D15-B958-5CAF27105D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154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8ED63-6279-4DB8-8A09-A6130F55089B}" type="datetimeFigureOut">
              <a:rPr lang="en-IN" smtClean="0"/>
              <a:t>06-08-2024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8CFF-76E0-4D15-B958-5CAF27105D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801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8ED63-6279-4DB8-8A09-A6130F55089B}" type="datetimeFigureOut">
              <a:rPr lang="en-IN" smtClean="0"/>
              <a:t>06-08-2024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8CFF-76E0-4D15-B958-5CAF27105D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401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8ED63-6279-4DB8-8A09-A6130F55089B}" type="datetimeFigureOut">
              <a:rPr lang="en-IN" smtClean="0"/>
              <a:t>06-08-2024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8CFF-76E0-4D15-B958-5CAF27105D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212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8ED63-6279-4DB8-8A09-A6130F55089B}" type="datetimeFigureOut">
              <a:rPr lang="en-IN" smtClean="0"/>
              <a:t>06-08-2024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8CFF-76E0-4D15-B958-5CAF27105D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297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8ED63-6279-4DB8-8A09-A6130F55089B}" type="datetimeFigureOut">
              <a:rPr lang="en-IN" smtClean="0"/>
              <a:t>06-08-2024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8CFF-76E0-4D15-B958-5CAF27105D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560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8ED63-6279-4DB8-8A09-A6130F55089B}" type="datetimeFigureOut">
              <a:rPr lang="en-IN" smtClean="0"/>
              <a:t>06-08-2024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8CFF-76E0-4D15-B958-5CAF27105D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048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8ED63-6279-4DB8-8A09-A6130F55089B}" type="datetimeFigureOut">
              <a:rPr lang="en-IN" smtClean="0"/>
              <a:t>06-08-2024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8CFF-76E0-4D15-B958-5CAF27105D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574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28ED63-6279-4DB8-8A09-A6130F55089B}" type="datetimeFigureOut">
              <a:rPr lang="en-IN" smtClean="0"/>
              <a:t>06-08-2024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968CFF-76E0-4D15-B958-5CAF27105D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999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UDP Socket Programming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405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u="sng" dirty="0" smtClean="0"/>
              <a:t>Datagram (UDP) Sockets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UDP </a:t>
            </a:r>
            <a:r>
              <a:rPr lang="en-IN" dirty="0"/>
              <a:t>is connection less(the connection between client and server is not maintained throughout the duration of data Sharing)</a:t>
            </a:r>
          </a:p>
          <a:p>
            <a:r>
              <a:rPr lang="en-IN" dirty="0"/>
              <a:t>TCP is connection oriented(maintains the connection throughout the duration of data sharing)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6034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Two classes are provided by Java programming to do the UDP socket programming</a:t>
            </a:r>
          </a:p>
          <a:p>
            <a:r>
              <a:rPr lang="en-IN" dirty="0" err="1"/>
              <a:t>DatagramSocket</a:t>
            </a:r>
            <a:endParaRPr lang="en-IN" dirty="0"/>
          </a:p>
          <a:p>
            <a:r>
              <a:rPr lang="en-IN" dirty="0" err="1" smtClean="0"/>
              <a:t>DatagramPacket</a:t>
            </a:r>
            <a:endParaRPr lang="en-IN" dirty="0" smtClean="0"/>
          </a:p>
          <a:p>
            <a:r>
              <a:rPr lang="en-IN" dirty="0"/>
              <a:t>Both client and </a:t>
            </a:r>
            <a:r>
              <a:rPr lang="en-IN" dirty="0" smtClean="0"/>
              <a:t>server programs </a:t>
            </a:r>
            <a:r>
              <a:rPr lang="en-IN" dirty="0"/>
              <a:t>use </a:t>
            </a:r>
            <a:r>
              <a:rPr lang="en-IN" dirty="0" err="1"/>
              <a:t>DatagramSocket</a:t>
            </a:r>
            <a:r>
              <a:rPr lang="en-IN" dirty="0"/>
              <a:t> Class to send and receive </a:t>
            </a:r>
            <a:r>
              <a:rPr lang="en-IN" dirty="0" err="1"/>
              <a:t>DatagramPackets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0241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u="sng" dirty="0"/>
              <a:t>Procedure for sending data</a:t>
            </a:r>
            <a:endParaRPr lang="en-IN" dirty="0"/>
          </a:p>
          <a:p>
            <a:r>
              <a:rPr lang="en-IN" dirty="0"/>
              <a:t>Java program constructs a </a:t>
            </a:r>
            <a:r>
              <a:rPr lang="en-IN" dirty="0" err="1"/>
              <a:t>DatagramPacket</a:t>
            </a:r>
            <a:r>
              <a:rPr lang="en-IN" dirty="0"/>
              <a:t> instance and passes it as an argument to the </a:t>
            </a:r>
            <a:r>
              <a:rPr lang="en-IN" dirty="0" smtClean="0"/>
              <a:t>send() </a:t>
            </a:r>
            <a:r>
              <a:rPr lang="en-IN" dirty="0"/>
              <a:t>method of </a:t>
            </a:r>
            <a:r>
              <a:rPr lang="en-IN" dirty="0" err="1" smtClean="0"/>
              <a:t>DatagramSocket</a:t>
            </a:r>
            <a:r>
              <a:rPr lang="en-IN" dirty="0" smtClean="0"/>
              <a:t>.</a:t>
            </a:r>
          </a:p>
          <a:p>
            <a:r>
              <a:rPr lang="en-IN" u="sng" dirty="0"/>
              <a:t>Procedure for receiving data</a:t>
            </a:r>
            <a:endParaRPr lang="en-IN" dirty="0"/>
          </a:p>
          <a:p>
            <a:r>
              <a:rPr lang="en-IN" dirty="0"/>
              <a:t>Java program creates a </a:t>
            </a:r>
            <a:r>
              <a:rPr lang="en-IN" dirty="0" err="1"/>
              <a:t>DatagramPacket</a:t>
            </a:r>
            <a:r>
              <a:rPr lang="en-IN" dirty="0"/>
              <a:t> instance with pre allocated space ( a byte[]) into which the contents of a received </a:t>
            </a:r>
            <a:r>
              <a:rPr lang="en-IN" dirty="0" err="1"/>
              <a:t>msg</a:t>
            </a:r>
            <a:r>
              <a:rPr lang="en-IN" dirty="0"/>
              <a:t> can copied and then it passes the instance to the receive() method of </a:t>
            </a:r>
            <a:r>
              <a:rPr lang="en-IN" dirty="0" err="1" smtClean="0"/>
              <a:t>DatagramSocket</a:t>
            </a:r>
            <a:r>
              <a:rPr lang="en-IN" dirty="0" smtClean="0"/>
              <a:t>.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9430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u="sng" dirty="0"/>
              <a:t>Steps for creating UDP server program</a:t>
            </a:r>
            <a:endParaRPr lang="en-IN" dirty="0"/>
          </a:p>
          <a:p>
            <a:r>
              <a:rPr lang="en-IN" b="1" dirty="0"/>
              <a:t>Step -1: create a </a:t>
            </a:r>
            <a:r>
              <a:rPr lang="en-IN" b="1" dirty="0" err="1"/>
              <a:t>DatagramSocket</a:t>
            </a:r>
            <a:r>
              <a:rPr lang="en-IN" b="1" dirty="0"/>
              <a:t> object</a:t>
            </a:r>
          </a:p>
          <a:p>
            <a:r>
              <a:rPr lang="en-IN" dirty="0" err="1"/>
              <a:t>DatagramSocket</a:t>
            </a:r>
            <a:r>
              <a:rPr lang="en-IN" dirty="0"/>
              <a:t> ds = new </a:t>
            </a:r>
            <a:r>
              <a:rPr lang="en-IN" dirty="0" err="1"/>
              <a:t>DatagramSocket</a:t>
            </a:r>
            <a:r>
              <a:rPr lang="en-IN" dirty="0"/>
              <a:t>(1234);</a:t>
            </a:r>
          </a:p>
          <a:p>
            <a:r>
              <a:rPr lang="en-IN" b="1" dirty="0"/>
              <a:t>Step -2 : create a buffer for incoming datagrams</a:t>
            </a:r>
          </a:p>
          <a:p>
            <a:r>
              <a:rPr lang="en-IN" dirty="0"/>
              <a:t>byte[] buffer = new byte[1024];</a:t>
            </a:r>
          </a:p>
          <a:p>
            <a:r>
              <a:rPr lang="en-IN" b="1" dirty="0"/>
              <a:t>Step -3: create a </a:t>
            </a:r>
            <a:r>
              <a:rPr lang="en-IN" b="1" dirty="0" err="1"/>
              <a:t>DatagramPacket</a:t>
            </a:r>
            <a:r>
              <a:rPr lang="en-IN" b="1" dirty="0"/>
              <a:t> object for the incoming Datagrams</a:t>
            </a:r>
          </a:p>
          <a:p>
            <a:r>
              <a:rPr lang="en-IN" dirty="0"/>
              <a:t>The constructor for this object requires two parameters</a:t>
            </a:r>
          </a:p>
          <a:p>
            <a:r>
              <a:rPr lang="en-IN" dirty="0"/>
              <a:t>1) Previously created byte array</a:t>
            </a:r>
          </a:p>
          <a:p>
            <a:r>
              <a:rPr lang="en-IN" dirty="0"/>
              <a:t>2) The size of array</a:t>
            </a:r>
          </a:p>
          <a:p>
            <a:r>
              <a:rPr lang="en-IN" dirty="0" err="1"/>
              <a:t>DatagramPacket</a:t>
            </a:r>
            <a:r>
              <a:rPr lang="en-IN" dirty="0"/>
              <a:t> </a:t>
            </a:r>
            <a:r>
              <a:rPr lang="en-IN" dirty="0" err="1"/>
              <a:t>inPacket</a:t>
            </a:r>
            <a:r>
              <a:rPr lang="en-IN" dirty="0"/>
              <a:t> = new </a:t>
            </a:r>
            <a:r>
              <a:rPr lang="en-IN" dirty="0" err="1" smtClean="0"/>
              <a:t>DatagramPacket</a:t>
            </a:r>
            <a:r>
              <a:rPr lang="en-IN" dirty="0" smtClean="0"/>
              <a:t>(</a:t>
            </a:r>
            <a:r>
              <a:rPr lang="en-IN" dirty="0" err="1" smtClean="0"/>
              <a:t>buffer,buffer.length</a:t>
            </a:r>
            <a:r>
              <a:rPr lang="en-IN" dirty="0"/>
              <a:t>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7369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Step -4 : accept an incoming </a:t>
            </a:r>
            <a:r>
              <a:rPr lang="en-IN" b="1" dirty="0" err="1"/>
              <a:t>dtagram</a:t>
            </a:r>
            <a:endParaRPr lang="en-IN" b="1" dirty="0"/>
          </a:p>
          <a:p>
            <a:r>
              <a:rPr lang="en-IN" dirty="0"/>
              <a:t>Use receive() method of </a:t>
            </a:r>
            <a:r>
              <a:rPr lang="en-IN" dirty="0" err="1"/>
              <a:t>DatagramSocket</a:t>
            </a:r>
            <a:r>
              <a:rPr lang="en-IN" dirty="0"/>
              <a:t> class to receive the incoming packet</a:t>
            </a:r>
          </a:p>
          <a:p>
            <a:r>
              <a:rPr lang="en-IN" dirty="0" err="1"/>
              <a:t>ds.receive</a:t>
            </a:r>
            <a:r>
              <a:rPr lang="en-IN" dirty="0"/>
              <a:t>(</a:t>
            </a:r>
            <a:r>
              <a:rPr lang="en-IN" dirty="0" err="1"/>
              <a:t>inPacket</a:t>
            </a:r>
            <a:r>
              <a:rPr lang="en-IN" dirty="0"/>
              <a:t>);</a:t>
            </a:r>
          </a:p>
          <a:p>
            <a:r>
              <a:rPr lang="en-IN" dirty="0"/>
              <a:t>step -5 : retrieve the data from buffer</a:t>
            </a:r>
          </a:p>
          <a:p>
            <a:r>
              <a:rPr lang="en-IN" dirty="0"/>
              <a:t>we can retrieve the </a:t>
            </a:r>
            <a:r>
              <a:rPr lang="en-IN" dirty="0" err="1"/>
              <a:t>msg</a:t>
            </a:r>
            <a:r>
              <a:rPr lang="en-IN" dirty="0"/>
              <a:t> by using a String constructor that takes 3 parameters</a:t>
            </a:r>
          </a:p>
          <a:p>
            <a:pPr lvl="0"/>
            <a:r>
              <a:rPr lang="en-IN" dirty="0"/>
              <a:t>A byte array</a:t>
            </a:r>
          </a:p>
          <a:p>
            <a:pPr lvl="0"/>
            <a:r>
              <a:rPr lang="en-IN" dirty="0"/>
              <a:t>The start position within the array (0)</a:t>
            </a:r>
          </a:p>
          <a:p>
            <a:pPr lvl="0"/>
            <a:r>
              <a:rPr lang="en-IN" dirty="0"/>
              <a:t>The number of bytes (size)</a:t>
            </a:r>
          </a:p>
          <a:p>
            <a:r>
              <a:rPr lang="en-IN" dirty="0"/>
              <a:t>String </a:t>
            </a:r>
            <a:r>
              <a:rPr lang="en-IN" dirty="0" err="1"/>
              <a:t>msg</a:t>
            </a:r>
            <a:r>
              <a:rPr lang="en-IN" dirty="0"/>
              <a:t> = new String(</a:t>
            </a:r>
            <a:r>
              <a:rPr lang="en-IN" dirty="0" err="1"/>
              <a:t>inPacket.getData</a:t>
            </a:r>
            <a:r>
              <a:rPr lang="en-IN" dirty="0"/>
              <a:t>(),0,inPacket.getLength());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4780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Step -6 : retrieve the sender’s or client’s address and port from the packet</a:t>
            </a:r>
          </a:p>
          <a:p>
            <a:r>
              <a:rPr lang="en-IN" dirty="0" err="1" smtClean="0"/>
              <a:t>InetAddress</a:t>
            </a:r>
            <a:r>
              <a:rPr lang="en-IN" dirty="0" smtClean="0"/>
              <a:t> </a:t>
            </a:r>
            <a:r>
              <a:rPr lang="en-IN" dirty="0" err="1" smtClean="0"/>
              <a:t>clientAddress</a:t>
            </a:r>
            <a:r>
              <a:rPr lang="en-IN" dirty="0" smtClean="0"/>
              <a:t>= </a:t>
            </a:r>
            <a:r>
              <a:rPr lang="en-IN" dirty="0" err="1" smtClean="0"/>
              <a:t>inPcaket.getAddress</a:t>
            </a:r>
            <a:r>
              <a:rPr lang="en-IN" dirty="0" smtClean="0"/>
              <a:t>();</a:t>
            </a:r>
          </a:p>
          <a:p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clientPort</a:t>
            </a:r>
            <a:r>
              <a:rPr lang="en-IN" dirty="0" smtClean="0"/>
              <a:t> = </a:t>
            </a:r>
            <a:r>
              <a:rPr lang="en-IN" dirty="0" err="1" smtClean="0"/>
              <a:t>inPacket.getPort</a:t>
            </a:r>
            <a:r>
              <a:rPr lang="en-IN" dirty="0" smtClean="0"/>
              <a:t>();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9698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Step – 7: create a response datagram</a:t>
            </a:r>
          </a:p>
          <a:p>
            <a:r>
              <a:rPr lang="en-IN" dirty="0"/>
              <a:t>Create a </a:t>
            </a:r>
            <a:r>
              <a:rPr lang="en-IN" dirty="0" err="1"/>
              <a:t>DatagramPacket</a:t>
            </a:r>
            <a:r>
              <a:rPr lang="en-IN" dirty="0"/>
              <a:t> object with four </a:t>
            </a:r>
            <a:r>
              <a:rPr lang="en-IN" dirty="0" smtClean="0"/>
              <a:t>arguments</a:t>
            </a:r>
            <a:endParaRPr lang="en-IN" dirty="0"/>
          </a:p>
          <a:p>
            <a:pPr lvl="0"/>
            <a:r>
              <a:rPr lang="en-IN" dirty="0"/>
              <a:t>The byte </a:t>
            </a:r>
            <a:r>
              <a:rPr lang="en-IN" dirty="0" err="1"/>
              <a:t>arrary</a:t>
            </a:r>
            <a:r>
              <a:rPr lang="en-IN" dirty="0"/>
              <a:t> </a:t>
            </a:r>
            <a:r>
              <a:rPr lang="en-IN" dirty="0" err="1"/>
              <a:t>containg</a:t>
            </a:r>
            <a:r>
              <a:rPr lang="en-IN" dirty="0"/>
              <a:t> the response </a:t>
            </a:r>
            <a:r>
              <a:rPr lang="en-IN" dirty="0" err="1"/>
              <a:t>msg</a:t>
            </a:r>
            <a:endParaRPr lang="en-IN" dirty="0"/>
          </a:p>
          <a:p>
            <a:pPr lvl="0"/>
            <a:r>
              <a:rPr lang="en-IN" dirty="0"/>
              <a:t>The size of the response </a:t>
            </a:r>
            <a:r>
              <a:rPr lang="en-IN" dirty="0" err="1"/>
              <a:t>msg</a:t>
            </a:r>
            <a:endParaRPr lang="en-IN" dirty="0"/>
          </a:p>
          <a:p>
            <a:pPr lvl="0"/>
            <a:r>
              <a:rPr lang="en-IN" dirty="0"/>
              <a:t>The client’s address</a:t>
            </a:r>
          </a:p>
          <a:p>
            <a:pPr lvl="0"/>
            <a:r>
              <a:rPr lang="en-IN" dirty="0"/>
              <a:t>The client’s port number</a:t>
            </a:r>
          </a:p>
          <a:p>
            <a:r>
              <a:rPr lang="en-IN" dirty="0" err="1"/>
              <a:t>DatagramPacket</a:t>
            </a:r>
            <a:r>
              <a:rPr lang="en-IN" dirty="0"/>
              <a:t> </a:t>
            </a:r>
            <a:r>
              <a:rPr lang="en-IN" dirty="0" err="1"/>
              <a:t>outMsg</a:t>
            </a:r>
            <a:r>
              <a:rPr lang="en-IN" dirty="0"/>
              <a:t> = new </a:t>
            </a:r>
            <a:r>
              <a:rPr lang="en-IN" dirty="0" err="1"/>
              <a:t>DatagramPacket</a:t>
            </a:r>
            <a:r>
              <a:rPr lang="en-IN" dirty="0"/>
              <a:t>(</a:t>
            </a:r>
            <a:r>
              <a:rPr lang="en-IN" dirty="0" err="1"/>
              <a:t>response.getBytes</a:t>
            </a:r>
            <a:r>
              <a:rPr lang="en-IN" dirty="0"/>
              <a:t>(),</a:t>
            </a:r>
            <a:r>
              <a:rPr lang="en-IN" dirty="0" err="1"/>
              <a:t>response.length</a:t>
            </a:r>
            <a:r>
              <a:rPr lang="en-IN" dirty="0"/>
              <a:t>(),</a:t>
            </a:r>
            <a:r>
              <a:rPr lang="en-IN" dirty="0" err="1"/>
              <a:t>clientAddress,clientPort</a:t>
            </a:r>
            <a:r>
              <a:rPr lang="en-IN" dirty="0"/>
              <a:t>);</a:t>
            </a:r>
          </a:p>
          <a:p>
            <a:r>
              <a:rPr lang="en-IN" b="1" dirty="0"/>
              <a:t>Step – 8: send the response </a:t>
            </a:r>
            <a:r>
              <a:rPr lang="en-IN" b="1" dirty="0" err="1"/>
              <a:t>msg</a:t>
            </a:r>
            <a:endParaRPr lang="en-IN" b="1" dirty="0"/>
          </a:p>
          <a:p>
            <a:r>
              <a:rPr lang="en-IN" dirty="0" err="1"/>
              <a:t>ds.send</a:t>
            </a:r>
            <a:r>
              <a:rPr lang="en-IN" dirty="0"/>
              <a:t>(</a:t>
            </a:r>
            <a:r>
              <a:rPr lang="en-IN" dirty="0" err="1"/>
              <a:t>outMsg</a:t>
            </a:r>
            <a:r>
              <a:rPr lang="en-IN" dirty="0"/>
              <a:t>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6096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u="sng" dirty="0" smtClean="0"/>
              <a:t>Steps for creating </a:t>
            </a:r>
            <a:r>
              <a:rPr lang="en-IN" b="1" u="sng" dirty="0" err="1" smtClean="0"/>
              <a:t>UDPClient</a:t>
            </a:r>
            <a:r>
              <a:rPr lang="en-IN" b="1" u="sng" dirty="0" smtClean="0"/>
              <a:t> program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 smtClean="0"/>
              <a:t>Step </a:t>
            </a:r>
            <a:r>
              <a:rPr lang="en-IN" b="1" dirty="0"/>
              <a:t>-1 : create a </a:t>
            </a:r>
            <a:r>
              <a:rPr lang="en-IN" b="1" dirty="0" err="1"/>
              <a:t>DatagramSocket</a:t>
            </a:r>
            <a:r>
              <a:rPr lang="en-IN" b="1" dirty="0"/>
              <a:t> object</a:t>
            </a:r>
          </a:p>
          <a:p>
            <a:r>
              <a:rPr lang="en-IN" dirty="0" err="1"/>
              <a:t>DatagramSocket</a:t>
            </a:r>
            <a:r>
              <a:rPr lang="en-IN" dirty="0"/>
              <a:t> ds = new </a:t>
            </a:r>
            <a:r>
              <a:rPr lang="en-IN" dirty="0" err="1"/>
              <a:t>DatagramSocket</a:t>
            </a:r>
            <a:r>
              <a:rPr lang="en-IN" dirty="0"/>
              <a:t>();//a default port will be used at the client side</a:t>
            </a:r>
          </a:p>
          <a:p>
            <a:r>
              <a:rPr lang="en-IN" dirty="0"/>
              <a:t>Socket s = new Socket(1234);//TCP Client</a:t>
            </a:r>
          </a:p>
          <a:p>
            <a:r>
              <a:rPr lang="en-IN" dirty="0"/>
              <a:t>Step -2 : create a outgoing datagram</a:t>
            </a:r>
          </a:p>
          <a:p>
            <a:r>
              <a:rPr lang="en-IN" dirty="0"/>
              <a:t>String message = “hi”;</a:t>
            </a:r>
          </a:p>
          <a:p>
            <a:r>
              <a:rPr lang="en-IN" dirty="0" err="1"/>
              <a:t>DatagramPacket</a:t>
            </a:r>
            <a:r>
              <a:rPr lang="en-IN" dirty="0"/>
              <a:t> </a:t>
            </a:r>
            <a:r>
              <a:rPr lang="en-IN" dirty="0" err="1"/>
              <a:t>outPacket</a:t>
            </a:r>
            <a:r>
              <a:rPr lang="en-IN" dirty="0"/>
              <a:t> = new </a:t>
            </a:r>
            <a:r>
              <a:rPr lang="en-IN" dirty="0" err="1"/>
              <a:t>DatagramPacket</a:t>
            </a:r>
            <a:r>
              <a:rPr lang="en-IN" dirty="0"/>
              <a:t>(</a:t>
            </a:r>
            <a:r>
              <a:rPr lang="en-IN" dirty="0" err="1"/>
              <a:t>message.getBytes</a:t>
            </a:r>
            <a:r>
              <a:rPr lang="en-IN" dirty="0"/>
              <a:t>(),</a:t>
            </a:r>
            <a:r>
              <a:rPr lang="en-IN" dirty="0" err="1"/>
              <a:t>message.length</a:t>
            </a:r>
            <a:r>
              <a:rPr lang="en-IN" dirty="0"/>
              <a:t>(),</a:t>
            </a:r>
            <a:r>
              <a:rPr lang="en-IN" dirty="0" err="1"/>
              <a:t>hostAddress,port</a:t>
            </a:r>
            <a:r>
              <a:rPr lang="en-IN" dirty="0"/>
              <a:t>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1432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Step -3 send the datagram</a:t>
            </a:r>
          </a:p>
          <a:p>
            <a:r>
              <a:rPr lang="en-IN" dirty="0"/>
              <a:t>Use the send() method of </a:t>
            </a:r>
            <a:r>
              <a:rPr lang="en-IN" dirty="0" err="1"/>
              <a:t>DatagramSocket</a:t>
            </a:r>
            <a:r>
              <a:rPr lang="en-IN" dirty="0"/>
              <a:t> class</a:t>
            </a:r>
          </a:p>
          <a:p>
            <a:r>
              <a:rPr lang="en-IN" dirty="0" err="1"/>
              <a:t>ds.send</a:t>
            </a:r>
            <a:r>
              <a:rPr lang="en-IN" dirty="0"/>
              <a:t>(</a:t>
            </a:r>
            <a:r>
              <a:rPr lang="en-IN" dirty="0" err="1"/>
              <a:t>outPacket</a:t>
            </a:r>
            <a:r>
              <a:rPr lang="en-IN" dirty="0"/>
              <a:t>);</a:t>
            </a:r>
          </a:p>
          <a:p>
            <a:r>
              <a:rPr lang="en-IN" dirty="0"/>
              <a:t>Step – 4: create a buffer for incoming datagrams</a:t>
            </a:r>
          </a:p>
          <a:p>
            <a:r>
              <a:rPr lang="en-IN" dirty="0"/>
              <a:t>byte[] buffer = new byte[1024];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1068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Step -5 </a:t>
            </a:r>
          </a:p>
          <a:p>
            <a:r>
              <a:rPr lang="en-IN" b="1" dirty="0"/>
              <a:t>create a </a:t>
            </a:r>
            <a:r>
              <a:rPr lang="en-IN" b="1" dirty="0" err="1"/>
              <a:t>DatagramPacket</a:t>
            </a:r>
            <a:r>
              <a:rPr lang="en-IN" b="1" dirty="0"/>
              <a:t> object for the incoming Datagrams</a:t>
            </a:r>
          </a:p>
          <a:p>
            <a:r>
              <a:rPr lang="en-IN" dirty="0"/>
              <a:t>The constructor for this object requires two parameters</a:t>
            </a:r>
          </a:p>
          <a:p>
            <a:r>
              <a:rPr lang="en-IN" dirty="0"/>
              <a:t>1) Previously created byte array</a:t>
            </a:r>
          </a:p>
          <a:p>
            <a:r>
              <a:rPr lang="en-IN" dirty="0"/>
              <a:t>2) The size of array</a:t>
            </a:r>
          </a:p>
          <a:p>
            <a:r>
              <a:rPr lang="en-IN" dirty="0" err="1"/>
              <a:t>DatagramPacket</a:t>
            </a:r>
            <a:r>
              <a:rPr lang="en-IN" dirty="0"/>
              <a:t> </a:t>
            </a:r>
            <a:r>
              <a:rPr lang="en-IN" dirty="0" err="1"/>
              <a:t>inPacket</a:t>
            </a:r>
            <a:r>
              <a:rPr lang="en-IN" dirty="0"/>
              <a:t> = new </a:t>
            </a:r>
            <a:r>
              <a:rPr lang="en-IN" dirty="0" err="1"/>
              <a:t>DatagramPacket</a:t>
            </a:r>
            <a:r>
              <a:rPr lang="en-IN" dirty="0"/>
              <a:t>(</a:t>
            </a:r>
            <a:r>
              <a:rPr lang="en-IN" dirty="0" err="1"/>
              <a:t>buffer,buffer.length</a:t>
            </a:r>
            <a:r>
              <a:rPr lang="en-IN" dirty="0"/>
              <a:t>);</a:t>
            </a:r>
          </a:p>
          <a:p>
            <a:r>
              <a:rPr lang="en-IN" dirty="0"/>
              <a:t>Step -6 : accept an incoming </a:t>
            </a:r>
            <a:r>
              <a:rPr lang="en-IN" dirty="0" err="1"/>
              <a:t>dtagram</a:t>
            </a:r>
            <a:endParaRPr lang="en-IN" dirty="0"/>
          </a:p>
          <a:p>
            <a:r>
              <a:rPr lang="en-IN" dirty="0"/>
              <a:t>Use receive() method of </a:t>
            </a:r>
            <a:r>
              <a:rPr lang="en-IN" dirty="0" err="1"/>
              <a:t>DatagramSocket</a:t>
            </a:r>
            <a:r>
              <a:rPr lang="en-IN" dirty="0"/>
              <a:t> class to receive the incoming </a:t>
            </a:r>
            <a:r>
              <a:rPr lang="en-IN" dirty="0" smtClean="0"/>
              <a:t>packet </a:t>
            </a:r>
          </a:p>
          <a:p>
            <a:r>
              <a:rPr lang="en-IN" dirty="0" err="1" smtClean="0"/>
              <a:t>ds.receive</a:t>
            </a:r>
            <a:r>
              <a:rPr lang="en-IN" dirty="0" smtClean="0"/>
              <a:t>(</a:t>
            </a:r>
            <a:r>
              <a:rPr lang="en-IN" dirty="0" err="1" smtClean="0"/>
              <a:t>inPacket</a:t>
            </a:r>
            <a:r>
              <a:rPr lang="en-IN" dirty="0"/>
              <a:t>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0808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b="1" dirty="0"/>
              <a:t>step -6 : retrieve the data from buffer</a:t>
            </a:r>
          </a:p>
          <a:p>
            <a:r>
              <a:rPr lang="en-IN" dirty="0"/>
              <a:t>we can retrieve the </a:t>
            </a:r>
            <a:r>
              <a:rPr lang="en-IN" dirty="0" err="1"/>
              <a:t>msg</a:t>
            </a:r>
            <a:r>
              <a:rPr lang="en-IN" dirty="0"/>
              <a:t> by using a String constructor that takes 3 parameters</a:t>
            </a:r>
          </a:p>
          <a:p>
            <a:pPr lvl="0"/>
            <a:r>
              <a:rPr lang="en-IN" dirty="0"/>
              <a:t>A byte array</a:t>
            </a:r>
          </a:p>
          <a:p>
            <a:pPr lvl="0"/>
            <a:r>
              <a:rPr lang="en-IN" dirty="0"/>
              <a:t>The start position within the array (0)</a:t>
            </a:r>
          </a:p>
          <a:p>
            <a:pPr lvl="0"/>
            <a:r>
              <a:rPr lang="en-IN" dirty="0"/>
              <a:t>The number of bytes (size)</a:t>
            </a:r>
          </a:p>
          <a:p>
            <a:r>
              <a:rPr lang="en-IN" dirty="0"/>
              <a:t>String </a:t>
            </a:r>
            <a:r>
              <a:rPr lang="en-IN" dirty="0" err="1"/>
              <a:t>msg</a:t>
            </a:r>
            <a:r>
              <a:rPr lang="en-IN" dirty="0"/>
              <a:t> = new String(</a:t>
            </a:r>
            <a:r>
              <a:rPr lang="en-IN" dirty="0" err="1"/>
              <a:t>inPacket.getData</a:t>
            </a:r>
            <a:r>
              <a:rPr lang="en-IN" dirty="0"/>
              <a:t>(),0,inPacket.getLength());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7269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564</Words>
  <Application>Microsoft Office PowerPoint</Application>
  <PresentationFormat>On-screen Show (4:3)</PresentationFormat>
  <Paragraphs>70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UDP Socket Programming</vt:lpstr>
      <vt:lpstr>Datagram (UDP) Sockets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Steps for creating UDPClient program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UDP</dc:title>
  <dc:creator>Windows User</dc:creator>
  <cp:lastModifiedBy>Windows User</cp:lastModifiedBy>
  <cp:revision>14</cp:revision>
  <dcterms:created xsi:type="dcterms:W3CDTF">2023-08-31T03:21:05Z</dcterms:created>
  <dcterms:modified xsi:type="dcterms:W3CDTF">2024-08-06T09:00:25Z</dcterms:modified>
</cp:coreProperties>
</file>